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Análisis de Ventas y Rentabilidad</a:t>
            </a:r>
          </a:p>
          <a:p>
            <a:pPr algn="ctr">
              <a:defRPr sz="3200">
                <a:solidFill>
                  <a:srgbClr val="C4A835"/>
                </a:solidFill>
                <a:latin typeface="Segoe UI"/>
              </a:defRPr>
            </a:pPr>
            <a:r>
              <a:t>Superstore Sales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Evaluación Parcial 3 - Programación para la Ciencia de Datos</a:t>
            </a:r>
          </a:p>
          <a:p>
            <a:pPr algn="ctr">
              <a:defRPr sz="1800">
                <a:solidFill>
                  <a:srgbClr val="AABBCC"/>
                </a:solidFill>
                <a:latin typeface="Segoe UI"/>
              </a:defRPr>
            </a:pPr>
            <a: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Contexto del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Segoe UI"/>
              </a:defRPr>
            </a:pPr>
            <a:r>
              <a:t>• Objetivo: Analizar qué categorías, regiones y segmentos de clientes están asociados a mejores o peores resultados comerciales.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Segoe UI"/>
              </a:defRPr>
            </a:pPr>
            <a:r>
              <a:t>• Dataset: Superstore Sales (9,800 registros, 18 columnas, periodo 2015-2018)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Segoe UI"/>
              </a:defRPr>
            </a:pPr>
            <a:r>
              <a:t>• Variables principales: Ventas, Categoría, Subcategoría, Región, Segmento de cliente, Modo de envío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Segoe UI"/>
              </a:defRPr>
            </a:pPr>
            <a:r>
              <a:t>• Herramientas: Python, Pandas, Plotly, Dash, Git/GitHub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Segoe UI"/>
              </a:defRPr>
            </a:pPr>
            <a:r>
              <a:t>• Enfoque: Análisis exploratorio con visualizaciones interactivas y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Datos Utilizados y Preparación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Fuente: Superstore Sales Dataset (formato CSV)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Dimensiones: 9,800 filas × 18 columnas originales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Limpieza realizada: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Verificación de nulos: 11 valores faltantes en 'Postal Code' (no crítico)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Sin filas duplicadas detectadas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Conversión de fechas a formato datetime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Creación de variables derivadas: Año, Mes, Días de envío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Traducción de campos categóricos al español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Resultado: Dataset limpio de 9,800 filas × 22 columnas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Evolución Temporal de Ventas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evolucion_ve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Crecimiento interanual sostenido con estacionalidad marcada en Q3-Q4.</a:t>
            </a:r>
            <a:br/>
            <a:r>
              <a:t>Los meses Sep-Dic concentran los picos de facturación (Black Friday, Navidad).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Ventas por Categoría de 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ventas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Tecnología lidera con $827K (36.6%), seguida de Muebles ($729K) y</a:t>
            </a:r>
            <a:br/>
            <a:r>
              <a:t>Suministros de oficina ($705K). Tecnología muestra mayor crecimiento 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Ranking de Subcategorías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sub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Teléfonos, Sillas y Almacenamiento son las subcategorías estrella.</a:t>
            </a:r>
            <a:br/>
            <a:r>
              <a:t>Sujetadores, Etiquetas y Sobres tienen bajo ticket pero alta frecuencia.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Distribución Regional de Ventas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venta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Oeste (31.4%) y Este (29.6%) concentran más del 60% de los ingresos.</a:t>
            </a:r>
            <a:br/>
            <a:r>
              <a:t>Oportunidad de expansión en regiones Central y Sur.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Segmentación de Clientes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Consumidor domina (50.8%), pero Corporativo ofrece mayor ticket promedio</a:t>
            </a:r>
            <a:br/>
            <a:r>
              <a:t>y estabilidad. Oficina en casa es un nicho en crecimiento.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Análisis Logístico: Tiempos de Envío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tiempos_env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Clase estándar muestra mayor variabilidad (hasta 7 días).</a:t>
            </a:r>
            <a:br/>
            <a:r>
              <a:t>Mismo día cumple consistentemente, pero tiene baja adopción (5.5%).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Top 10 Estados por Facturación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top_es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2D8E"/>
                </a:solidFill>
                <a:latin typeface="Segoe UI"/>
              </a:defRPr>
            </a:pPr>
            <a:r>
              <a:t>Interpretación:</a:t>
            </a:r>
          </a:p>
          <a:p>
            <a:pPr>
              <a:spcBef>
                <a:spcPts val="10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California y New York lideran con diferencia significativa.</a:t>
            </a:r>
            <a:br/>
            <a:r>
              <a:t>Alta concentración geográfica implica riesgo de dependencia territorial.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Mini Dashboard Interactivo (Dash)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Dashboard desarrollado con la librería Dash de Python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Características principales: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KPIs en tiempo real (Ventas totales, Órdenes, Ticket promedio, Clientes)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- 6 gráficos interactivos con hover, zoom y selección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Filtro dinámico por región que actualiza todos los paneles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Diseño responsive con tarjetas y tipografía grande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Paleta de colores profesional (azul, morado, verde azulado, dorado)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Ejecución: python dashboard_superstore.py → http://127.0.0.1:8050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Uso de Git/GitHub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Repositorio: GitHub (evidencia de trabajo colaborativo)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Comandos utilizados: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git init (inicialización del repositorio)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git add . (staging de archivos)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git commit -m 'mensaje' (commits descriptivos)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git push origin main (subida al repositorio remoto)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git pull (sincronización del equipo)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Historial de commits documentado en el informe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(Ver capturas de evidencia en el documento de informe)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Segoe UI"/>
              </a:defRPr>
            </a:pPr>
            <a:r>
              <a:t>Conclusiones y 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743200" cy="50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1. Crecimiento sostenido: Ventas con tendencia positiva interanual (2015-2018)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2. Tecnología como motor: Lidera en facturación y potencial de crecimiento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3. Segmento Consumidor dominante: 50.8% del mercado, pero Corporativo ofrece mayor estabilidad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4. Concentración geográfica: Oeste + Este = 61% de ingresos → riesgo de dependencia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5. Oportunidad logística: Optimizar Clase estándar para mejorar experiencia del cliente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Recomendaciones: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• Expandir catálogo de Tecnología y desarrollar venta cruzada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• Implementar programas de fidelización B2B para segmento Corporativo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• Diversificar geográficamente hacia regiones Central y Sur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¡Gracias!</a:t>
            </a:r>
          </a:p>
          <a:p>
            <a:pPr algn="ctr">
              <a:defRPr sz="2800">
                <a:solidFill>
                  <a:srgbClr val="C4A835"/>
                </a:solidFill>
                <a:latin typeface="Segoe UI"/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